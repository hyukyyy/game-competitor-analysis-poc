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BD5E1"/>
                </a:solidFill>
                <a:latin typeface="Calibri"/>
              </a:rPr>
              <a:t>과제전형 제출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Game Competitor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E4E8F0"/>
                </a:solidFill>
                <a:latin typeface="Calibri"/>
              </a:rPr>
              <a:t>AI 기반 주간 경쟁작 리서치 자동화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7315200" cy="1828800"/>
          </a:xfrm>
          <a:prstGeom prst="rect">
            <a:avLst/>
          </a:prstGeom>
          <a:solidFill>
            <a:srgbClr val="2D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  <a:latin typeface="Calibri"/>
              </a:rPr>
              <a:t>지원자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윤동혁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  <a:latin typeface="Calibri"/>
              </a:rPr>
              <a:t>지원 포지션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AI 애플리케이션 엔지니어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제출일 · 2026-04-21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한 장 요약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920240"/>
            <a:ext cx="11064240" cy="12801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8181B"/>
                </a:solidFill>
                <a:latin typeface="Calibri"/>
              </a:rPr>
              <a:t>게임 PM 이 매주 월요일 수시간씩 수작업으로 하던 경쟁작 리서치를,
4축 유사도 엔진 + 주간 배치 + 피드백 루프로 자동화한 AI 제품 PoC.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110642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>
                <a:solidFill>
                  <a:srgbClr val="3F3F46"/>
                </a:solidFill>
                <a:latin typeface="Calibri"/>
              </a:rPr>
              <a:t>•  해결 대상: 게임 PM/기획자 · 주간 경쟁작 모니터링 업무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>
                <a:solidFill>
                  <a:srgbClr val="3F3F46"/>
                </a:solidFill>
                <a:latin typeface="Calibri"/>
              </a:rPr>
              <a:t>•  AI 도구: Groq llama-3.3-70b (feature 추출·요약) + sentence-transformers (384d) + pgvector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>
                <a:solidFill>
                  <a:srgbClr val="3F3F46"/>
                </a:solidFill>
                <a:latin typeface="Calibri"/>
              </a:rPr>
              <a:t>•  구현 상태: 13 테이블 스키마, 15개 CLI 서브커맨드, 3개 FE 라우트, Terraform IaC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>
                <a:solidFill>
                  <a:srgbClr val="3F3F46"/>
                </a:solidFill>
                <a:latin typeface="Calibri"/>
              </a:rPr>
              <a:t>•  검증: 5단계 User Flow · 실제 배포 프로토타입 · 데모 GIF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>
                <a:solidFill>
                  <a:srgbClr val="3F3F46"/>
                </a:solidFill>
                <a:latin typeface="Calibri"/>
              </a:rPr>
              <a:t>•  바이브코딩: Claude Code(Opus) 에게 역할·기능·UI·기술 스택을 포함한 지시 4종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윤동혁 · AI 애플리케이션 엔지니어 · 과제전형 제출 · 2026-04-21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SECTION ①  ·  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해결하고자 하는 문제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875520" y="548640"/>
            <a:ext cx="2011680" cy="3657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5986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① 문제 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394960" cy="438912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  <a:latin typeface="Calibri"/>
              </a:rPr>
              <a:t>현재 업무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7F1D1D"/>
                </a:solidFill>
                <a:latin typeface="Calibri"/>
              </a:rPr>
              <a:t>•  대상 사용자: 게임 PM · 기획자 · 리서치팀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7F1D1D"/>
                </a:solidFill>
                <a:latin typeface="Calibri"/>
              </a:rPr>
              <a:t>•  매주 월요일 아침 수동 경쟁작 조사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7F1D1D"/>
                </a:solidFill>
                <a:latin typeface="Calibri"/>
              </a:rPr>
              <a:t>•  Steam 스토어 검색 → 장르·BM·리뷰 훑기 → 스프레드시트 정리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7F1D1D"/>
                </a:solidFill>
                <a:latin typeface="Calibri"/>
              </a:rPr>
              <a:t>•  담당 게임 수 × 수 시간 → 월요일이 통째로 녹음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7F1D1D"/>
                </a:solidFill>
                <a:latin typeface="Calibri"/>
              </a:rPr>
              <a:t>•  개인 경험 의존 → 재현성·비교성 낮음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7F1D1D"/>
                </a:solidFill>
                <a:latin typeface="Calibri"/>
              </a:rPr>
              <a:t>•  일회성 메모 → 기관 기억으로 축적 안 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4389120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03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65F46"/>
                </a:solidFill>
                <a:latin typeface="Calibri"/>
              </a:rPr>
              <a:t>원하는 상태 (문제 해결 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51460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065F46"/>
                </a:solidFill>
                <a:latin typeface="Calibri"/>
              </a:rPr>
              <a:t>•  월요일 아침 10분 안에 경쟁 구도 파악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065F46"/>
                </a:solidFill>
                <a:latin typeface="Calibri"/>
              </a:rPr>
              <a:t>•  시스템이 후보 Top N 제시 → PM 이 취사선택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065F46"/>
                </a:solidFill>
                <a:latin typeface="Calibri"/>
              </a:rPr>
              <a:t>•  피드백이 다음 주 품질 개선으로 자동 반영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065F46"/>
                </a:solidFill>
                <a:latin typeface="Calibri"/>
              </a:rPr>
              <a:t>•  주간 스냅샷 DB 누적 → 시장 추이 추적 가능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065F46"/>
                </a:solidFill>
                <a:latin typeface="Calibri"/>
              </a:rPr>
              <a:t>•  담당 게임 늘어도 PM 공수 선형 증가 없음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065F46"/>
                </a:solidFill>
                <a:latin typeface="Calibri"/>
              </a:rPr>
              <a:t>•  북극성 지표: 리포트 준비 시간 X → 1시간 이내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윤동혁 · AI 애플리케이션 엔지니어 · 과제전형 제출 · 2026-04-21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SECTION ②  ·  해결 방법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AI 기반 제품 개요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875520" y="548640"/>
            <a:ext cx="2011680" cy="3657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5986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② 해결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1064240" cy="100584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내 게임을 등록하면 주간 배치가 4축 유사도로 Top 10 경쟁작을 자동 산출,
LLM 이 Markdown 리포트를 생성, PM 은 👍/👎 만 남기면 다음 주 가중치가 학습됨.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40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유사도 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240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표현 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3240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가중치 (초기)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4903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Semantic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749039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description + review 임베딩 cosine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74903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0.40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06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Genre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2062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LLM 추출 장르 임베딩 cosine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42062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0.25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63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663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log1p(review_count) Gaussian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46634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0.20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120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BM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120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{gacha, ads, premium, sub} KL 대칭거리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51206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0.15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  <a:latin typeface="Consolas"/>
              </a:rPr>
              <a:t>score = 0.40·semantic + 0.25·genre + 0.20·tier + 0.15·bm · 가중치는 PM 피드백으로 주간 재튜닝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윤동혁 · AI 애플리케이션 엔지니어 · 과제전형 제출 · 2026-04-21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SECTION ②  ·  해결 방법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핵심 기능 3개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875520" y="548640"/>
            <a:ext cx="2011680" cy="3657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5986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② 해결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097280" cy="1417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1920240"/>
            <a:ext cx="992124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1031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8181B"/>
                </a:solidFill>
                <a:latin typeface="Calibri"/>
              </a:rPr>
              <a:t>내 게임 등록 + 주간 경쟁작 Top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51460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Steam AppID 등록 → 배치 파이프라인이 is_my_game=TRUE 게임만 base 로 유사도 계산 →
FE 에서 종합 점수 · 4개 component score bar · 스토어 링크 함께 표시.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29000"/>
            <a:ext cx="1097280" cy="1417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3429000"/>
            <a:ext cx="992124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3611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8181B"/>
                </a:solidFill>
                <a:latin typeface="Calibri"/>
              </a:rPr>
              <a:t>LLM 주간 Markdown 리포트 + PDF 저장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02336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Jinja2 템플릿 + Groq llama-3.3-70b 요약으로 '신규 진입 · 순위 변동 · BM 분포' 리포트 자동 생성.
FE `/games/[id]/report` 에서 react-markdown 렌더링 + window.print() 기반 PDF 저장.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1097280" cy="1417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4924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4937760"/>
            <a:ext cx="992124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19" y="51206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8181B"/>
                </a:solidFill>
                <a:latin typeface="Calibri"/>
              </a:rPr>
              <a:t>PM 피드백 루프 (가중치 자동 학습)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553212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👍/👎 클릭 → pm_feedback 테이블 → 주간 weight_tuner 가 NDCG@k grid search →
weight_history 에 저장 → 다음 주 유사도 계산에 반영. PM 추가 업무 없음.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윤동혁 · AI 애플리케이션 엔지니어 · 과제전형 제출 · 2026-04-21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SECTION ②  ·  해결 방법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User Flow (5단계)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875520" y="548640"/>
            <a:ext cx="2011680" cy="3657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5986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② 해결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73152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65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내 게임 등록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0428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FE 에서 Steam AppID 입력 → DB 에 is_my_game=TRUE 플래그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73152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83463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주간 배치 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729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파이프라인이 내 게임 base 로 Top N 유사도 + 리포트 생성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73152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03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내 게임 목록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0416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홈 '/' 카드 그리드 + 각 카드 → Competitors/Report 링크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26279"/>
            <a:ext cx="73152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709159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57199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경쟁작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10327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'/games/[id]' Top 10 + component bar + 👍/👎 + 스토어 링크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94960"/>
            <a:ext cx="73152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5778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440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주간 리포트 소비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7790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'/games/[id]/report' markdown 리포트 + Download 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윤동혁 · AI 애플리케이션 엔지니어 · 과제전형 제출 · 2026-04-21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SECTION ③  ·  사용할 AI 도구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사용할 AI 도구 3종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875520" y="548640"/>
            <a:ext cx="2011680" cy="3657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5986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③ AI 도구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657600" cy="14173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onsolas"/>
              </a:rPr>
              <a:t>Groq · llama-3.3-70b-versatile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LLM (OpenAI API 호환 · 무료 tier)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920240"/>
            <a:ext cx="736092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057400"/>
            <a:ext cx="71323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3F3F46"/>
                </a:solidFill>
                <a:latin typeface="Calibri"/>
              </a:rPr>
              <a:t>•  게임 feature 추출: description/리뷰 → {genres, bm_mix, session_type, core_loop, ...}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3F3F46"/>
                </a:solidFill>
                <a:latin typeface="Calibri"/>
              </a:rPr>
              <a:t>•  주간 리포트 요약: Jinja2 템플릿 섹션별 LLM 요약 생성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3F3F46"/>
                </a:solidFill>
                <a:latin typeface="Calibri"/>
              </a:rPr>
              <a:t>•  역할: 비구조화 텍스트 → 구조화 JSON + 자연어 요약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29000"/>
            <a:ext cx="3657600" cy="14173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onsolas"/>
              </a:rPr>
              <a:t>sentence-transformers · all-MiniLM-L6-v2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임베딩 모델 (완전 로컬 · 384d)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429000"/>
            <a:ext cx="736092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566160"/>
            <a:ext cx="71323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3F3F46"/>
                </a:solidFill>
                <a:latin typeface="Calibri"/>
              </a:rPr>
              <a:t>•  description + 리뷰 합본을 384차원 벡터로 인코딩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3F3F46"/>
                </a:solidFill>
                <a:latin typeface="Calibri"/>
              </a:rPr>
              <a:t>•  장르 텍스트도 동일 모델로 임베딩 (카테고리 이진 매칭 X, 연속값)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3F3F46"/>
                </a:solidFill>
                <a:latin typeface="Calibri"/>
              </a:rPr>
              <a:t>•  역할: 의미 기반 유사도 계산의 재료 벡터 생산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3657600" cy="14173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onsolas"/>
              </a:rPr>
              <a:t>pgvector · PostgreSQL 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3212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벡터 DB (Supabase 내장)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4937760"/>
            <a:ext cx="736092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5074920"/>
            <a:ext cx="71323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3F3F46"/>
                </a:solidFill>
                <a:latin typeface="Calibri"/>
              </a:rPr>
              <a:t>•  game_embeddings 테이블의 vector(384) 컬럼에 저장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3F3F46"/>
                </a:solidFill>
                <a:latin typeface="Calibri"/>
              </a:rPr>
              <a:t>•  cosine distance 로 Top N 후보 선별 → Engine 이 4축 가중합 재계산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3F3F46"/>
                </a:solidFill>
                <a:latin typeface="Calibri"/>
              </a:rPr>
              <a:t>•  역할: 벡터 인덱스 + 스냅샷 가능한 관계형 DB 의 결합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윤동혁 · AI 애플리케이션 엔지니어 · 과제전형 제출 · 2026-04-21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SECTION ④  ·  프로토타이핑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프로토타이핑 계획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875520" y="548640"/>
            <a:ext cx="2011680" cy="3657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5986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④ 프로토타이핑 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075688"/>
            <a:ext cx="8869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PM 의 주간 리포트 준비 시간 단축 가설 검증 — '10분 내 경쟁 구도 파악' 가능한지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11064240" cy="5943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670048"/>
            <a:ext cx="8869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Steam 스토어 Top ~200 게임 풀. 주간 배치 1회. 인증 없음. 내 게임만 base.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644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도구 스택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264408"/>
            <a:ext cx="8869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Python CLI · FastAPI · Next.js 16 · PostgreSQL 16 + pgvector · Groq · Vercel + Supabase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03320"/>
            <a:ext cx="11064240" cy="5943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587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입력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858768"/>
            <a:ext cx="8869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내 게임 Steam AppID (예: 730=CS2, 1063730=New World)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531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출력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453128"/>
            <a:ext cx="8869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경쟁작 Top 10 (4축 component score 포함) + 주간 Markdown 리포트 + PDF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92040"/>
            <a:ext cx="11064240" cy="5943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474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성공 지표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5047488"/>
            <a:ext cx="8869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북극성: 리포트 준비 시간 X → 1시간. 보조: upvote rate ≥ 50%, feature 자기일관성 ≥ 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418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기간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5641848"/>
            <a:ext cx="8869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4주 PoC — Week 1 스키마+수집, Week 2 feature+임베딩, Week 3 유사도+리포트, Week 4 FE+배포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윤동혁 · AI 애플리케이션 엔지니어 · 과제전형 제출 · 2026-04-21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SECTION ⑤  ·  프로토타이핑 방법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5 레이어 아키텍처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875520" y="548640"/>
            <a:ext cx="2011680" cy="3657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5986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⑤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2926080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① Collectors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920240"/>
            <a:ext cx="80924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12140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Steam (Store API + Reviews API) 수집 + appstore/itch stub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2926080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9008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②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2788920"/>
            <a:ext cx="80924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99008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normalize → Groq feature 추출 → sentence-transformers 임베딩 (384d)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2926080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5876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③ 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3657600"/>
            <a:ext cx="80924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38587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4축 유사도 계산 · weak label 수집 · weight_tuner (NDCG@k)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26279"/>
            <a:ext cx="2926080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7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④ Report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4526279"/>
            <a:ext cx="80924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4727447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Jinja2 템플릿 + Groq LLM 섹션별 요약 → weekly_reports 저장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94960"/>
            <a:ext cx="2926080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59612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⑤ API + FE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5394960"/>
            <a:ext cx="80924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559612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FastAPI read-only + POST /feedback · Next.js 16 App Router 3페이지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윤동혁 · AI 애플리케이션 엔지니어 · 과제전형 제출 · 2026-04-21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SECTION ⑤  ·  프로토타이핑 방법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DB 스키마 13개 테이블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875520" y="548640"/>
            <a:ext cx="2011680" cy="3657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5986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⑤ 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raw_games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플랫폼 원본 payload (JSONB)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7451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raw_reviews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87451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리뷰 원본 (text, rating, posted_at)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21991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games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221991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정규화 게임 · is_my_game 플래그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221991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game_features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221991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LLM 추출 feature · SCD Type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69463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game_embeddings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569463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pgvector vector(384)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569463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game_similarities_weekly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569463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주간 유사도 + component_scores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91693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pm_feedback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916936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upvote/downvote/clicked/added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91693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llm_cache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916936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LLM 호출 캐시 (SHA256 키)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26440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embedding_cache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326440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임베딩 캐시 (SHA256 키)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26440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pipeline_runs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26440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stage × week × status 관측성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61187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weekly_reports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61187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생성된 리포트 (JSONB)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61187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weight_history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61187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튜닝된 가중치 + NDCG@10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9593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weak_similarities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39593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플랫폼 similar (tag overlap 등)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윤동혁 · AI 애플리케이션 엔지니어 · 과제전형 제출 · 2026-04-21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SECTION ⑤  ·  프로토타이핑 방법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주간 배치 파이프라인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875520" y="548640"/>
            <a:ext cx="2011680" cy="3657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5986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⑤ 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3911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gca collect:steam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2039112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Steam Store/Reviews 수집 → raw_games, raw_reviews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106424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4203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gca normalize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542032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플랫폼 스키마 차이 정규화 → games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449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gca extract-features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3044952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Groq LLM feature 추출 → game_features (SCD Type 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1106424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478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gca embed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547872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sentence-transformers 384d → game_embeddings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5079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gca weak-labels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4050792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tag overlap 등 약한 신호 → weak_similarities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34840"/>
            <a:ext cx="1106424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5371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gca tune-weights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553712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pm_feedback × weak_similarities → NDCG grid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5663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gca similarity --week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5056632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내 게임 base 4축 유사도 → game_similarities_weekly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440680"/>
            <a:ext cx="1106424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595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gca report --week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5559552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Jinja2 + Groq 요약 → weekly_reports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6217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181B"/>
                </a:solidFill>
                <a:latin typeface="Calibri"/>
              </a:rPr>
              <a:t>배치 시점: 매주 월요일 오전 (GitHub Actions cron 또는 로컬). 실행 시간: ~5분 (캐시 적중 시). 실패 시 pipeline_runs 에 상태 기록.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윤동혁 · AI 애플리케이션 엔지니어 · 과제전형 제출 · 2026-04-21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SECTION ⑥  ·  바이브코딩 지시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바이브코딩 지시 — 스캐폴딩 · FE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875520" y="548640"/>
            <a:ext cx="2011680" cy="3657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5986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⑥ 바이브코딩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도구: Claude Code (Opus 4.7) · 각 프롬프트에 [역할 · 기능 · UI/UX · 기술 스택] 4요소 포함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11064240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alibri"/>
              </a:rPr>
              <a:t>Prompt 1 — 초기 스캐폴딩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8181B"/>
                </a:solidFill>
                <a:latin typeface="Consolas"/>
              </a:rPr>
              <a:t>역할: 백엔드 아키텍트.
기능: Steam/AppStore/itch 에서 메타+리뷰를 수집해 4축(semantic/genre/tier/BM) 유사도로 내 게임의 경쟁작 Top N 을 주간 배치로 계산·저장.
기술 스택: Python 3.11 + FastAPI + PostgreSQL 16(pgvector) + Groq(OpenAI 호환) + sentence-transformers all-MiniLM-L6-v2.
산출물: ① 13개 테이블 스키마(schema.sql) ② collectors → normalize → feature_extractor(LLM) → embedder → similarity 파이프라인 ③ gca CLI 서브커맨드 ④ llm_cache/embedding_cache 로 비용 제어.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34840"/>
            <a:ext cx="11064240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5720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alibri"/>
              </a:rPr>
              <a:t>Prompt 2 — FE 3 페이지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46320"/>
            <a:ext cx="106070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8181B"/>
                </a:solidFill>
                <a:latin typeface="Consolas"/>
              </a:rPr>
              <a:t>역할: 프런트엔드 엔지니어.
기능: 내 게임 등록 · 경쟁작 Top 10 표시 · 👍/👎 피드백 · 주간 리포트 소비.
UI/UX: 3개 라우트 — `/`(내 게임 카드 그리드 + AddMyGameForm), `/games/[id]`(경쟁작 테이블 + 4축 component score bar + upvote/downvote), `/games/[id]/report`(markdown 리포트 + 우상단 Download PDF 버튼). 톤: Tailwind zinc 모노톤 · 서버 컴포넌트 우선.
기술 스택: Next.js 16 App Router + React 19 + Tailwind v4 + turbopack · react-markdown + remark-gfm · window.print() PDF.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윤동혁 · AI 애플리케이션 엔지니어 · 과제전형 제출 · 2026-04-21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SECTION ⑥  ·  바이브코딩 지시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바이브코딩 지시 — IaC · 리포트 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875520" y="548640"/>
            <a:ext cx="2011680" cy="3657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5986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⑥ 바이브코딩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1064240" cy="210312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alibri"/>
              </a:rPr>
              <a:t>Prompt 3 — Terraform IaC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8181B"/>
                </a:solidFill>
                <a:latin typeface="Consolas"/>
              </a:rPr>
              <a:t>역할: DevOps/플랫폼.
기능: 프로토타입을 공개 URL 로 배포하기 위한 IaC — Vercel 프로젝트 2개(web/api) + Supabase 프로젝트 1개.
기술 스택: Terraform · vercel/vercel ~&gt; 2.0 · supabase/supabase ~&gt; 1.5 · null_resource + local-exec(psql) 로 schema.sql 적용.
산출물: infra/terraform/ 에 modules/{vercel,supabase} 구조, `terraform apply` 1회로 전체 배포. env var: DATABASE_URL · GROQ_API_KEY · NEXT_PUBLIC_API_BASE_URL 자동 주입.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60520"/>
            <a:ext cx="11064240" cy="210312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alibri"/>
              </a:rPr>
              <a:t>Prompt 4 — /games/[id]/report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7200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8181B"/>
                </a:solidFill>
                <a:latin typeface="Consolas"/>
              </a:rPr>
              <a:t>역할: 프런트엔드 엔지니어.
기능: 주간 리포트 페이지 추가 — API 에서 받은 markdown 을 렌더링 + PDF 로 저장.
UI/UX: 서버 컴포넌트로 데이터 페치, 클라이언트 ReportView 가 렌더. 우상단 고정 'Download PDF' 버튼 → window.print() 호출. @media print 로 네비·버튼 숨김, prose 타이포그래피는 유지.
기술 스택: Next.js 16 App Router · react-markdown 10.x · remark-gfm 4.x · tailwindcss/typography(prose).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윤동혁 · AI 애플리케이션 엔지니어 · 과제전형 제출 · 2026-04-21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DELIVERABLE ②  · 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프로토타입 링크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920240"/>
            <a:ext cx="11064240" cy="10972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8181B"/>
                </a:solidFill>
                <a:latin typeface="Calibri"/>
              </a:rPr>
              <a:t>Vercel + Supabase 에 Terraform 으로 배포된 실제 동작 프로토타입입니다.
아래 URL 에서 내 게임 등록 · 경쟁작 분석 · 주간 리포트 3개 라우트를 체험할 수 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228600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Web (Frontend)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3383280"/>
            <a:ext cx="873252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347472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onsolas"/>
              </a:rPr>
              <a:t>https://gca-web-tan.vercel.app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79476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Next.js 16 · 내 게임 / 경쟁작 / 리포트 3페이지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51960"/>
            <a:ext cx="228600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API (Backend)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4251960"/>
            <a:ext cx="873252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434340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onsolas"/>
              </a:rPr>
              <a:t>https://gca-api.vercel.app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46634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FastAPI · read-only + POST /feedback, /games/my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228600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3492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Source Code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5120640"/>
            <a:ext cx="873252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5212079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onsolas"/>
              </a:rPr>
              <a:t>https://github.com/hyukyyy/game-competitor-analysis-poc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553212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전체 구현 · Terraform · 문서 · 스크립트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※ Supabase 프리 티어는 7일 무활동 시 자동 일시중지 — 심사 기간 동안 주기적으로 접근하여 활성 상태 유지 예정.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윤동혁 · AI 애플리케이션 엔지니어 · 과제전형 제출 · 2026-04-21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DELIVERABLE ④  ·  WIREFRAME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화면 설계 · `/` · Home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내 게임 등록 + 게임 카드 그리드. AddMyGameForm 에서 Steam AppID 입력 → POST /games/my → 카드 그리드 업데이트.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11064240" cy="4206240"/>
          </a:xfrm>
          <a:prstGeom prst="rect">
            <a:avLst/>
          </a:prstGeom>
          <a:solidFill>
            <a:srgbClr val="F4F4F5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11064240" cy="27432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32304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onsolas"/>
              </a:rPr>
              <a:t>gca-web-tan.vercel.app /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10698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620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🎮 Game Competitor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363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Home · Competitors · Reports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10698480" cy="914400"/>
          </a:xfrm>
          <a:prstGeom prst="rect">
            <a:avLst/>
          </a:prstGeom>
          <a:solidFill>
            <a:srgbClr val="EEF2F7"/>
          </a:solidFill>
          <a:ln w="63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＋ Add My Game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3075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[ Steam AppID input ___________ ]    [ Submit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434840"/>
            <a:ext cx="3505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507992"/>
            <a:ext cx="3322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Game card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82312"/>
            <a:ext cx="332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title · genre · tier · is_my_game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8160" y="4434840"/>
            <a:ext cx="3505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9600" y="4507992"/>
            <a:ext cx="3322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Game card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9600" y="4782312"/>
            <a:ext cx="332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title · genre · tier · is_my_game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4800" y="4434840"/>
            <a:ext cx="3505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6240" y="4507992"/>
            <a:ext cx="3322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Game card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6240" y="4782312"/>
            <a:ext cx="332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title · genre · tier · is_my_game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440680"/>
            <a:ext cx="3505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513832"/>
            <a:ext cx="3322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Game card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788152"/>
            <a:ext cx="332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title · genre · tier · is_my_game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8160" y="5440680"/>
            <a:ext cx="3505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9600" y="5513832"/>
            <a:ext cx="3322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Game card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9600" y="5788152"/>
            <a:ext cx="332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title · genre · tier · is_my_game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24800" y="5440680"/>
            <a:ext cx="3505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6240" y="5513832"/>
            <a:ext cx="3322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Game card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6240" y="5788152"/>
            <a:ext cx="332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title · genre · tier · is_my_game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윤동혁 · AI 애플리케이션 엔지니어 · 과제전형 제출 · 2026-04-21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DELIVERABLE ④  ·  WIREFRAME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화면 설계 · `/games/[id]` · Competitors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경쟁작 Top 10 + 4축 component score bar + upvote/downvote 이벤트. 우상단 Weekly Report CTA → 리포트 라우트로 이동.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11064240" cy="4206240"/>
          </a:xfrm>
          <a:prstGeom prst="rect">
            <a:avLst/>
          </a:prstGeom>
          <a:solidFill>
            <a:srgbClr val="F4F4F5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11064240" cy="27432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3230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onsolas"/>
              </a:rPr>
              <a:t>gca-web-tan.vercel.app / games / [id]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8321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6207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Base game · 내 게임 (is_my_game)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3639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title · store link · generated @ 2026-MM-DD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8920"/>
            <a:ext cx="2286000" cy="68580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28620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→ Weekly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13639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/games/[id]/report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11880"/>
            <a:ext cx="10698480" cy="320040"/>
          </a:xfrm>
          <a:prstGeom prst="rect">
            <a:avLst/>
          </a:prstGeom>
          <a:solidFill>
            <a:srgbClr val="EEF2F7"/>
          </a:solidFill>
          <a:ln w="63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8503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#  Competitor  |  Score  |  semantic • genre • tier • BM  |  Vote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77640"/>
            <a:ext cx="10698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507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1. Competitor #1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2511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0.8X  ▮▮▮▮▯▯  semantic .40 / genre .25 / tier .20 / BM .15   👍 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079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2. Competitor #2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8231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0.8X  ▮▮▮▮▯▯  semantic .40 / genre .25 / tier .20 / BM .15   👍 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892040"/>
            <a:ext cx="10698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651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3. Competitor #3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3951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0.8X  ▮▮▮▮▯▯  semantic .40 / genre .25 / tier .20 / BM .15   👍 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349240"/>
            <a:ext cx="10698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4223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4. Competitor 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69671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0.8X  ▮▮▮▮▯▯  semantic .40 / genre .25 / tier .20 / BM .15   👍 👎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879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5. Competitor #5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15391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0.8X  ▮▮▮▮▯▯  semantic .40 / genre .25 / tier .20 / BM .15   👍 👎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63367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6. Competitor #6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61111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0.8X  ▮▮▮▮▯▯  semantic .40 / genre .25 / tier .20 / BM .15   👍 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윤동혁 · AI 애플리케이션 엔지니어 · 과제전형 제출 · 2026-04-21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DELIVERABLE ④  ·  WIREFRAME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화면 설계 · `/games/[id]/report` · Weekly Report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API 에서 받은 markdown 을 react-markdown+remark-gfm 으로 렌더. 우상단 'Download PDF' → window.print() · @media print 로 UI 숨김.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11064240" cy="4206240"/>
          </a:xfrm>
          <a:prstGeom prst="rect">
            <a:avLst/>
          </a:prstGeom>
          <a:solidFill>
            <a:srgbClr val="F4F4F5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11064240" cy="27432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32304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onsolas"/>
              </a:rPr>
              <a:t>gca-web-tan.vercel.app / games / [id] / 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8595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6207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Weekly Competitor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36392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base: 내 게임  ·  generated: 2026-MM-DD  ·  Top 10 competitors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2788920"/>
            <a:ext cx="2011680" cy="64008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28620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⬇ Download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313639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window.print() · @media print hides nav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10698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93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## Top Movers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136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순위 상승 · 신규 진입 경쟁작 리스트 (표)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142232"/>
            <a:ext cx="10698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1538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## BM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8970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gacha / ads / premium / sub 분포 요약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718304"/>
            <a:ext cx="10698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79145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## Feature Trends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6577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LLM 추출 feature 의 주간 변화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294376"/>
            <a:ext cx="10698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675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## Recommendations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4184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PM 을 위한 다음 주 액션 아이템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윤동혁 · AI 애플리케이션 엔지니어 · 과제전형 제출 · 2026-04-21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DELIVERABLE ③  · 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데모 영상 · GIF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920240"/>
            <a:ext cx="11064240" cy="9144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60초 시나리오 · 내 게임 등록부터 주간 리포트 PDF 저장까지 5단계 플로우 전체를 담았습니다.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00:00–00:08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200400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홈 `/` 로드 → 'My Games' 빈 상태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20440"/>
            <a:ext cx="11064240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6118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00:08–00:20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611880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AddMyGameForm 에 Steam appid 입력 (예: 730 = CS2) → 카드 그리드에 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2335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00:20–00:35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023359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내 게임 카드 클릭 → `/games/[id]` 경쟁작 Top 10 + component score bar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43400"/>
            <a:ext cx="11064240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4348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00:35–00:42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434840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경쟁작 항목에 👍 클릭 → toast 확인 (pm_feedback 기록)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00:42–00:55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46320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상단 'Weekly Report' → `/games/[id]/report` 마크다운 리포트 스크롤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66360"/>
            <a:ext cx="11064240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578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00:55–01:00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257800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우상단 'Download PDF' 클릭 → window.print() 창 확인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760720"/>
            <a:ext cx="11064240" cy="6858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897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onsolas"/>
              </a:rPr>
              <a:t>GIF 파일: docs/submission/demo.gif · 800~1000px 폭 · 15fps · &lt;10MB (ShareX/ScreenToGif)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윤동혁 · AI 애플리케이션 엔지니어 · 과제전형 제출 · 2026-04-21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부록 · 유사도 공식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920240"/>
            <a:ext cx="11064240" cy="12801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onsolas"/>
              </a:rPr>
              <a:t>score = 0.40 · semantic + 0.25 · genre + 0.20 · tier + 0.15 · bm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onsolas"/>
              </a:rPr>
              <a:t>semantic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474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181B"/>
                </a:solidFill>
                <a:latin typeface="Consolas"/>
              </a:rPr>
              <a:t>cosine(desc_embed_a, desc_embed_b)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47472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description + 리뷰 합본을 sentence-transformers 로 임베딩한 벡터의 코사인 유사도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onsolas"/>
              </a:rPr>
              <a:t>genre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114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181B"/>
                </a:solidFill>
                <a:latin typeface="Consolas"/>
              </a:rPr>
              <a:t>cosine(genre_embed_a, genre_embed_b)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11480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LLM 이 추출한 장르 문자열의 임베딩 — 카테고리 이진 매칭이 아닌 연속값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7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onsolas"/>
              </a:rPr>
              <a:t>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75487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181B"/>
                </a:solidFill>
                <a:latin typeface="Consolas"/>
              </a:rPr>
              <a:t>exp(-|tier_a - tier_b| / 0.3)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754879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log1p(review_count) 정규화 후 거리 기반 Gaussian — 체급 유사도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9495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onsolas"/>
              </a:rPr>
              <a:t>bm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39495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181B"/>
                </a:solidFill>
                <a:latin typeface="Consolas"/>
              </a:rPr>
              <a:t>1 - KL_sym(bm_a, bm_b) / (2·log 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394959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gacha/ads/premium/sub 확률분포의 대칭 KL 거리 → 유사도로 반전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윤동혁 · AI 애플리케이션 엔지니어 · 과제전형 제출 · 2026-04-21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4E8F0"/>
                </a:solidFill>
                <a:latin typeface="Calibri"/>
              </a:rPr>
              <a:t>윤동혁 · AI 애플리케이션 엔지니어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  <a:latin typeface="Calibri"/>
              </a:rPr>
              <a:t>제출일 · 2026-04-21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Consolas"/>
              </a:rPr>
              <a:t>Source: https://github.com/hyukyyy/game-competitor-analysis-poc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